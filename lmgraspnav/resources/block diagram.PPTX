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00BFCD-7E2E-0F85-D6E5-F638D89D6C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399F82B-2FA6-6ABB-E986-BCA53CEF50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GB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0A96A9-BD79-43EF-7D38-C794A91BF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D462B-3C07-40AB-9BE4-64F6CED8423C}" type="datetimeFigureOut">
              <a:rPr lang="en-GB" smtClean="0"/>
              <a:t>08/10/2024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9C163D-CE54-C8C3-80F3-8A9FF2E04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B47BBD-517D-7A08-7336-F61A214DB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3F8B9-B860-4C9D-9B42-EC008A9F16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5555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08D6FD-D31B-544E-F7F1-5CF7D7519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571B86-C2D3-7147-B984-0ED4D0C75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DAF81C-2953-6C58-0806-B2C221EE6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D462B-3C07-40AB-9BE4-64F6CED8423C}" type="datetimeFigureOut">
              <a:rPr lang="en-GB" smtClean="0"/>
              <a:t>08/10/2024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2EDEC7-63E2-7D28-64FD-3BD9B00F5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E1DCBE-0D28-254D-7128-E71857A44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3F8B9-B860-4C9D-9B42-EC008A9F16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2887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EE8C39-92B2-5A3B-D2AF-DACCCE966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DCC9CA-F737-3B7F-A2A7-2539C2D38E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121E4F-3BF0-D27F-4C85-A418F4C93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D462B-3C07-40AB-9BE4-64F6CED8423C}" type="datetimeFigureOut">
              <a:rPr lang="en-GB" smtClean="0"/>
              <a:t>08/10/2024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F43CF4-D8BA-5ACF-4823-6417A5553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26CFE0-1C5A-9F9F-68BC-6EDC767ED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3F8B9-B860-4C9D-9B42-EC008A9F16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5585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FF055A-0104-904E-0AAA-C5A5F3C87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60057F-1B1F-1FDE-32CE-71EF8066CC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5235364-6706-21B9-B719-0F1FDA2453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75A1231-630B-DB20-6000-15C6548E0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D462B-3C07-40AB-9BE4-64F6CED8423C}" type="datetimeFigureOut">
              <a:rPr lang="en-GB" smtClean="0"/>
              <a:t>08/10/2024</a:t>
            </a:fld>
            <a:endParaRPr lang="en-GB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CBD515E-76DF-1036-CFD6-AFD5B9C2A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D16DCC4-001D-CAEE-0F10-FEB5AF1D3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3F8B9-B860-4C9D-9B42-EC008A9F16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0319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803AF1-93BF-68B2-CBFF-6F36AE672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9EDE54A-9FFE-E10C-25D8-D6FE2C59E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9383925-A312-98F4-A7C2-723132DCA6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8FB1675-593D-307A-3293-37BF4C7D6E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DE81C64-164A-1E52-3F0C-BA3D9D3B74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11D811B-4BC6-C409-6149-764E36C16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D462B-3C07-40AB-9BE4-64F6CED8423C}" type="datetimeFigureOut">
              <a:rPr lang="en-GB" smtClean="0"/>
              <a:t>08/10/2024</a:t>
            </a:fld>
            <a:endParaRPr lang="en-GB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40C832D-6777-3DE3-A6A3-3E82E11B6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36CB5A0-8469-0A08-3A3C-7517EDEC7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3F8B9-B860-4C9D-9B42-EC008A9F16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7594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5FFB88-DC51-4A40-9F00-1419A38EE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1CC0FEF-3BC1-A1D6-BB1B-4B462DC12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D462B-3C07-40AB-9BE4-64F6CED8423C}" type="datetimeFigureOut">
              <a:rPr lang="en-GB" smtClean="0"/>
              <a:t>08/10/2024</a:t>
            </a:fld>
            <a:endParaRPr lang="en-GB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CF30547-A922-8329-24DB-CBAC1E8FB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EF05526-AD6A-9AB9-FF4A-025609C27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3F8B9-B860-4C9D-9B42-EC008A9F16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0464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CE6A848-3FF5-B16B-BDD5-47E67CE1A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D462B-3C07-40AB-9BE4-64F6CED8423C}" type="datetimeFigureOut">
              <a:rPr lang="en-GB" smtClean="0"/>
              <a:t>08/10/2024</a:t>
            </a:fld>
            <a:endParaRPr lang="en-GB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BA28C32-FC3A-3734-C911-4F49A89DA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11DEFF4-6B71-BF87-F1DA-3914E92AB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3F8B9-B860-4C9D-9B42-EC008A9F16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614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3F465D-93DB-0587-2FC9-FBCA992F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81F120-6015-F7B6-CCB3-7788BF423E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84D419B-C494-BFE4-76C9-3BC8221B9A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354F2D0-C0FC-3BB5-B328-FCE0AB10D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D462B-3C07-40AB-9BE4-64F6CED8423C}" type="datetimeFigureOut">
              <a:rPr lang="en-GB" smtClean="0"/>
              <a:t>08/10/2024</a:t>
            </a:fld>
            <a:endParaRPr lang="en-GB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7FC322F-3ED5-F84D-E5B7-4B477D1A2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61BD739-72C3-2364-45FD-45E17B7D1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3F8B9-B860-4C9D-9B42-EC008A9F16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1454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AD43E6-BAFE-D1EF-646E-9642D94FF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3A8C59C-C266-EB6F-FD9A-E570B173EA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C8BCDF0-5E5F-5547-2479-7B068E8D35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18B1EC6-1AF6-3461-F5AE-044A691A2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D462B-3C07-40AB-9BE4-64F6CED8423C}" type="datetimeFigureOut">
              <a:rPr lang="en-GB" smtClean="0"/>
              <a:t>08/10/2024</a:t>
            </a:fld>
            <a:endParaRPr lang="en-GB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4538B3E-F73A-608C-4678-5F2E69B81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257CC56-F325-1593-BA68-74B79B28E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3F8B9-B860-4C9D-9B42-EC008A9F16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1239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70A5E7-3616-7DE2-7DDC-A47459ED6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0E5DA3E-262B-EA16-3097-D6606A5927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BA2381-A6D4-660D-E586-2E55F7321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D462B-3C07-40AB-9BE4-64F6CED8423C}" type="datetimeFigureOut">
              <a:rPr lang="en-GB" smtClean="0"/>
              <a:t>08/10/2024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F2A744-4F8F-3E74-4668-6E6987B78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8574C3-6BAC-AA51-2B47-1A765F3F3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3F8B9-B860-4C9D-9B42-EC008A9F16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0776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B437D63-3245-170B-A645-5BF1F11FDF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37C322C-868B-48FC-3F85-6713FEFF60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3C1BB8-1F65-7440-57EF-15982ED72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D462B-3C07-40AB-9BE4-64F6CED8423C}" type="datetimeFigureOut">
              <a:rPr lang="en-GB" smtClean="0"/>
              <a:t>08/10/2024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034358-8DCD-A20A-0D56-82821D748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076096-DD83-63AD-6261-5E372CB51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3F8B9-B860-4C9D-9B42-EC008A9F16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2141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C5EAF4B-E408-22A2-3A29-3CB05CF8A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BB0BD3C-76FC-AC4A-4866-CAB2C02D07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1B4E2B-744B-0127-6D94-C539ECE30F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CD462B-3C07-40AB-9BE4-64F6CED8423C}" type="datetimeFigureOut">
              <a:rPr lang="en-GB" smtClean="0"/>
              <a:t>08/10/2024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2FB7B8-8702-30B8-0D1F-A1883E17B5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7359F2-C7C5-4218-0706-2ED700C7F6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F3F8B9-B860-4C9D-9B42-EC008A9F16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7855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组合 54">
            <a:extLst>
              <a:ext uri="{FF2B5EF4-FFF2-40B4-BE49-F238E27FC236}">
                <a16:creationId xmlns:a16="http://schemas.microsoft.com/office/drawing/2014/main" id="{B8C81338-0926-7CF2-ABA8-5C2B15372F06}"/>
              </a:ext>
            </a:extLst>
          </p:cNvPr>
          <p:cNvGrpSpPr/>
          <p:nvPr/>
        </p:nvGrpSpPr>
        <p:grpSpPr>
          <a:xfrm>
            <a:off x="184727" y="277091"/>
            <a:ext cx="11573164" cy="6345382"/>
            <a:chOff x="184727" y="277091"/>
            <a:chExt cx="11573164" cy="6345382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A01407C7-ED6E-2952-3896-F07ACB9F8876}"/>
                </a:ext>
              </a:extLst>
            </p:cNvPr>
            <p:cNvSpPr txBox="1"/>
            <p:nvPr/>
          </p:nvSpPr>
          <p:spPr>
            <a:xfrm>
              <a:off x="402609" y="312670"/>
              <a:ext cx="229902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800" b="0" i="0" u="none" strike="noStrike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LM-</a:t>
              </a:r>
              <a:r>
                <a:rPr lang="en-GB" sz="2800" b="0" i="0" u="none" strike="noStrike" dirty="0" err="1"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NavGrasp</a:t>
              </a:r>
              <a:endParaRPr lang="en-GB" sz="2800" dirty="0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3CFC981D-715D-5662-F785-D29A6A929476}"/>
                </a:ext>
              </a:extLst>
            </p:cNvPr>
            <p:cNvSpPr/>
            <p:nvPr/>
          </p:nvSpPr>
          <p:spPr>
            <a:xfrm>
              <a:off x="184727" y="277091"/>
              <a:ext cx="11573164" cy="6345382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BD9CE131-C3D1-A92E-92C2-50435B82BE5B}"/>
                </a:ext>
              </a:extLst>
            </p:cNvPr>
            <p:cNvSpPr/>
            <p:nvPr/>
          </p:nvSpPr>
          <p:spPr>
            <a:xfrm>
              <a:off x="937905" y="3768436"/>
              <a:ext cx="1228436" cy="480291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800" b="0" i="0" u="none" strike="noStrike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GPT3 </a:t>
              </a:r>
              <a:endParaRPr lang="en-GB" dirty="0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F8583C19-6BDD-F59E-ADB5-ECCAD8595BF2}"/>
                </a:ext>
              </a:extLst>
            </p:cNvPr>
            <p:cNvSpPr/>
            <p:nvPr/>
          </p:nvSpPr>
          <p:spPr>
            <a:xfrm>
              <a:off x="937905" y="1634835"/>
              <a:ext cx="1228436" cy="480291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800" b="0" i="0" u="none" strike="noStrike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U</a:t>
              </a:r>
              <a:r>
                <a:rPr lang="en-US" altLang="zh-CN" sz="1800" b="0" i="0" u="none" strike="noStrike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ser</a:t>
              </a:r>
              <a:r>
                <a:rPr lang="en-GB" sz="1800" b="0" i="0" u="none" strike="noStrike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 </a:t>
              </a:r>
              <a:endParaRPr lang="en-GB" dirty="0"/>
            </a:p>
          </p:txBody>
        </p: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5959EB1C-DADA-3DB8-DD7C-FF60C5B2BC2A}"/>
                </a:ext>
              </a:extLst>
            </p:cNvPr>
            <p:cNvCxnSpPr>
              <a:cxnSpLocks/>
              <a:stCxn id="7" idx="2"/>
              <a:endCxn id="6" idx="0"/>
            </p:cNvCxnSpPr>
            <p:nvPr/>
          </p:nvCxnSpPr>
          <p:spPr>
            <a:xfrm>
              <a:off x="1552123" y="2115126"/>
              <a:ext cx="0" cy="165331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E7B889A4-511D-6E06-BC55-1ADE7BC56F1F}"/>
                </a:ext>
              </a:extLst>
            </p:cNvPr>
            <p:cNvSpPr txBox="1"/>
            <p:nvPr/>
          </p:nvSpPr>
          <p:spPr>
            <a:xfrm>
              <a:off x="1552122" y="2793934"/>
              <a:ext cx="6551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Texts</a:t>
              </a:r>
              <a:endParaRPr lang="en-GB" dirty="0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6EED10D2-69B2-9595-3ADB-EDEB6B9455ED}"/>
                </a:ext>
              </a:extLst>
            </p:cNvPr>
            <p:cNvSpPr/>
            <p:nvPr/>
          </p:nvSpPr>
          <p:spPr>
            <a:xfrm>
              <a:off x="3593359" y="3768436"/>
              <a:ext cx="1228436" cy="480291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800" b="0" i="0" u="none" strike="noStrike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VLM </a:t>
              </a:r>
              <a:endParaRPr lang="en-GB" dirty="0"/>
            </a:p>
          </p:txBody>
        </p: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5CE230BA-3A11-E09B-1719-8E9E01501FDF}"/>
                </a:ext>
              </a:extLst>
            </p:cNvPr>
            <p:cNvCxnSpPr>
              <a:cxnSpLocks/>
            </p:cNvCxnSpPr>
            <p:nvPr/>
          </p:nvCxnSpPr>
          <p:spPr>
            <a:xfrm>
              <a:off x="2166341" y="4008580"/>
              <a:ext cx="1427018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835CB94A-1147-100E-93CE-42BD87022AD9}"/>
                </a:ext>
              </a:extLst>
            </p:cNvPr>
            <p:cNvSpPr txBox="1"/>
            <p:nvPr/>
          </p:nvSpPr>
          <p:spPr>
            <a:xfrm>
              <a:off x="2422657" y="3639248"/>
              <a:ext cx="9920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Features</a:t>
              </a:r>
              <a:endParaRPr lang="en-GB" dirty="0"/>
            </a:p>
          </p:txBody>
        </p: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3FCCBF89-311A-1F0D-F185-C7797DA34063}"/>
                </a:ext>
              </a:extLst>
            </p:cNvPr>
            <p:cNvCxnSpPr>
              <a:cxnSpLocks/>
              <a:stCxn id="17" idx="2"/>
              <a:endCxn id="11" idx="0"/>
            </p:cNvCxnSpPr>
            <p:nvPr/>
          </p:nvCxnSpPr>
          <p:spPr>
            <a:xfrm>
              <a:off x="4207577" y="3158957"/>
              <a:ext cx="0" cy="609479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D27A8119-0768-7EF8-9129-6DFC3560AB90}"/>
                </a:ext>
              </a:extLst>
            </p:cNvPr>
            <p:cNvSpPr txBox="1"/>
            <p:nvPr/>
          </p:nvSpPr>
          <p:spPr>
            <a:xfrm>
              <a:off x="3181110" y="2789625"/>
              <a:ext cx="20529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Surrounding images</a:t>
              </a:r>
              <a:endParaRPr lang="en-GB" dirty="0"/>
            </a:p>
          </p:txBody>
        </p: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61F4F11F-223E-2FCB-EEF4-EA400385005A}"/>
                </a:ext>
              </a:extLst>
            </p:cNvPr>
            <p:cNvCxnSpPr>
              <a:cxnSpLocks/>
              <a:stCxn id="11" idx="3"/>
              <a:endCxn id="20" idx="1"/>
            </p:cNvCxnSpPr>
            <p:nvPr/>
          </p:nvCxnSpPr>
          <p:spPr>
            <a:xfrm>
              <a:off x="4821795" y="4008582"/>
              <a:ext cx="2485427" cy="69272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8977DC07-27C8-CE1C-2F31-9F3070E26B9A}"/>
                </a:ext>
              </a:extLst>
            </p:cNvPr>
            <p:cNvSpPr/>
            <p:nvPr/>
          </p:nvSpPr>
          <p:spPr>
            <a:xfrm>
              <a:off x="7307222" y="4461160"/>
              <a:ext cx="1228436" cy="480291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800" b="0" i="0" u="none" strike="noStrike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VNM </a:t>
              </a:r>
              <a:endParaRPr lang="en-GB" dirty="0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D9E73886-D821-0CA8-0DEE-95EF8E26CFFA}"/>
                </a:ext>
              </a:extLst>
            </p:cNvPr>
            <p:cNvSpPr/>
            <p:nvPr/>
          </p:nvSpPr>
          <p:spPr>
            <a:xfrm>
              <a:off x="7307222" y="3158957"/>
              <a:ext cx="1228436" cy="480291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800" b="0" i="0" u="none" strike="noStrike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VMM </a:t>
              </a:r>
              <a:endParaRPr lang="en-GB" dirty="0"/>
            </a:p>
          </p:txBody>
        </p: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94429493-ED55-E606-B027-7496AE30D7D6}"/>
                </a:ext>
              </a:extLst>
            </p:cNvPr>
            <p:cNvCxnSpPr>
              <a:cxnSpLocks/>
              <a:stCxn id="11" idx="3"/>
              <a:endCxn id="23" idx="1"/>
            </p:cNvCxnSpPr>
            <p:nvPr/>
          </p:nvCxnSpPr>
          <p:spPr>
            <a:xfrm flipV="1">
              <a:off x="4821795" y="3399103"/>
              <a:ext cx="2485427" cy="609479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DF0729A2-ADFF-F649-B1A4-FFF1252D9AC0}"/>
                </a:ext>
              </a:extLst>
            </p:cNvPr>
            <p:cNvSpPr/>
            <p:nvPr/>
          </p:nvSpPr>
          <p:spPr>
            <a:xfrm>
              <a:off x="600364" y="1325417"/>
              <a:ext cx="1902689" cy="3375889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B09FC0BF-47B4-1889-4743-970D6DDE74A9}"/>
                </a:ext>
              </a:extLst>
            </p:cNvPr>
            <p:cNvSpPr txBox="1"/>
            <p:nvPr/>
          </p:nvSpPr>
          <p:spPr>
            <a:xfrm>
              <a:off x="4884779" y="4530377"/>
              <a:ext cx="21778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Navigation command</a:t>
              </a: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B76F8287-1DD2-C1CF-CE06-66060339C224}"/>
                </a:ext>
              </a:extLst>
            </p:cNvPr>
            <p:cNvSpPr txBox="1"/>
            <p:nvPr/>
          </p:nvSpPr>
          <p:spPr>
            <a:xfrm>
              <a:off x="4867965" y="3412960"/>
              <a:ext cx="24392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Manipulation command</a:t>
              </a:r>
            </a:p>
          </p:txBody>
        </p:sp>
        <p:cxnSp>
          <p:nvCxnSpPr>
            <p:cNvPr id="48" name="连接符: 肘形 47">
              <a:extLst>
                <a:ext uri="{FF2B5EF4-FFF2-40B4-BE49-F238E27FC236}">
                  <a16:creationId xmlns:a16="http://schemas.microsoft.com/office/drawing/2014/main" id="{9C69FA32-E2D5-1284-E62E-7E4809B20454}"/>
                </a:ext>
              </a:extLst>
            </p:cNvPr>
            <p:cNvCxnSpPr>
              <a:stCxn id="23" idx="3"/>
              <a:endCxn id="17" idx="0"/>
            </p:cNvCxnSpPr>
            <p:nvPr/>
          </p:nvCxnSpPr>
          <p:spPr>
            <a:xfrm flipH="1" flipV="1">
              <a:off x="4207577" y="2789625"/>
              <a:ext cx="4328081" cy="609478"/>
            </a:xfrm>
            <a:prstGeom prst="bentConnector4">
              <a:avLst>
                <a:gd name="adj1" fmla="val -5282"/>
                <a:gd name="adj2" fmla="val 137508"/>
              </a:avLst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连接符: 肘形 49">
              <a:extLst>
                <a:ext uri="{FF2B5EF4-FFF2-40B4-BE49-F238E27FC236}">
                  <a16:creationId xmlns:a16="http://schemas.microsoft.com/office/drawing/2014/main" id="{4FBCDAF3-09FB-A181-A99C-DC7FCF026C44}"/>
                </a:ext>
              </a:extLst>
            </p:cNvPr>
            <p:cNvCxnSpPr>
              <a:stCxn id="20" idx="3"/>
            </p:cNvCxnSpPr>
            <p:nvPr/>
          </p:nvCxnSpPr>
          <p:spPr>
            <a:xfrm flipV="1">
              <a:off x="8535658" y="3399102"/>
              <a:ext cx="229651" cy="1302204"/>
            </a:xfrm>
            <a:prstGeom prst="bentConnector2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060770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15</Words>
  <Application>Microsoft Office PowerPoint</Application>
  <PresentationFormat>宽屏</PresentationFormat>
  <Paragraphs>11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Tianyu Wang</dc:creator>
  <cp:lastModifiedBy>Tianyu Wang</cp:lastModifiedBy>
  <cp:revision>7</cp:revision>
  <dcterms:created xsi:type="dcterms:W3CDTF">2024-10-08T14:45:20Z</dcterms:created>
  <dcterms:modified xsi:type="dcterms:W3CDTF">2024-10-08T15:01:36Z</dcterms:modified>
</cp:coreProperties>
</file>